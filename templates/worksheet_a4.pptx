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10"/>
  </p:notesMasterIdLst>
  <p:sldIdLst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0" userDrawn="1">
          <p15:clr>
            <a:srgbClr val="A4A3A4"/>
          </p15:clr>
        </p15:guide>
        <p15:guide id="2" pos="4617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pos="56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A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69" d="100"/>
          <a:sy n="69" d="100"/>
        </p:scale>
        <p:origin x="1194" y="54"/>
      </p:cViewPr>
      <p:guideLst>
        <p:guide orient="horz" pos="300"/>
        <p:guide pos="4617"/>
        <p:guide orient="horz" pos="754"/>
        <p:guide pos="56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7F36D-3AE8-47D7-AD6F-7DB0F778358D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CBD71-16F7-47A6-95B7-007F0B7D29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59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08668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225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935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34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01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64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86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11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456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775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99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34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20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8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497312" y="6315214"/>
            <a:ext cx="2194027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ftr" idx="11"/>
          </p:nvPr>
        </p:nvSpPr>
        <p:spPr>
          <a:xfrm>
            <a:off x="3344673" y="6315214"/>
            <a:ext cx="3217906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sldNum" idx="12"/>
          </p:nvPr>
        </p:nvSpPr>
        <p:spPr>
          <a:xfrm>
            <a:off x="7213960" y="6315214"/>
            <a:ext cx="2194027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494388" y="774101"/>
            <a:ext cx="8916525" cy="548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326633" lvl="0" indent="-24483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653266" lvl="1" indent="-244831" algn="l">
              <a:lnSpc>
                <a:spcPct val="120000"/>
              </a:lnSpc>
              <a:spcBef>
                <a:spcPts val="712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979898" lvl="2" indent="-244831" algn="l">
              <a:lnSpc>
                <a:spcPct val="120000"/>
              </a:lnSpc>
              <a:spcBef>
                <a:spcPct val="95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306531" lvl="3" indent="-244831" algn="l">
              <a:lnSpc>
                <a:spcPct val="120000"/>
              </a:lnSpc>
              <a:spcBef>
                <a:spcPct val="95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1633164" lvl="4" indent="-244831" algn="l">
              <a:lnSpc>
                <a:spcPct val="120000"/>
              </a:lnSpc>
              <a:spcBef>
                <a:spcPts val="213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1959797" lvl="5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286430" lvl="6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612487" lvl="7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939119" lvl="8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873959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497312" y="6315214"/>
            <a:ext cx="2194027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ftr" idx="11"/>
          </p:nvPr>
        </p:nvSpPr>
        <p:spPr>
          <a:xfrm>
            <a:off x="3344673" y="6315214"/>
            <a:ext cx="3217906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sldNum" idx="12"/>
          </p:nvPr>
        </p:nvSpPr>
        <p:spPr>
          <a:xfrm>
            <a:off x="7213960" y="6315214"/>
            <a:ext cx="2194027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>
            <a:off x="494388" y="774101"/>
            <a:ext cx="8916525" cy="548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326633" lvl="0" indent="-24483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653266" lvl="1" indent="-244831" algn="l">
              <a:lnSpc>
                <a:spcPct val="120000"/>
              </a:lnSpc>
              <a:spcBef>
                <a:spcPts val="712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979898" lvl="2" indent="-244831" algn="l">
              <a:lnSpc>
                <a:spcPct val="120000"/>
              </a:lnSpc>
              <a:spcBef>
                <a:spcPct val="95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306531" lvl="3" indent="-244831" algn="l">
              <a:lnSpc>
                <a:spcPct val="120000"/>
              </a:lnSpc>
              <a:spcBef>
                <a:spcPct val="95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marL="1633164" lvl="4" indent="-244831" algn="l">
              <a:lnSpc>
                <a:spcPct val="120000"/>
              </a:lnSpc>
              <a:spcBef>
                <a:spcPts val="213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marL="1959797" lvl="5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286430" lvl="6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612487" lvl="7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939119" lvl="8" indent="-244831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175305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EBBCE-BE7D-43EF-874E-9B56E564C733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CAD3B-8090-48E2-B983-70B343E7A5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91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94388" y="608479"/>
            <a:ext cx="8913600" cy="70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150" tIns="46975" rIns="90150" bIns="469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040"/>
              <a:buFont typeface="Arial" panose="020B0704020202090204"/>
              <a:buNone/>
              <a:defRPr sz="3970" b="0" i="0" u="none" strike="noStrike" cap="none">
                <a:solidFill>
                  <a:srgbClr val="262626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415" b="0" i="0" u="none" strike="noStrike" cap="none">
                <a:solidFill>
                  <a:srgbClr val="000000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94388" y="1490593"/>
            <a:ext cx="8913600" cy="475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rmAutofit/>
          </a:bodyPr>
          <a:lstStyle>
            <a:lvl1pPr marL="360045" marR="0" lvl="0" indent="-30607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520"/>
              <a:buFont typeface="Arial" panose="020B0704020202090204"/>
              <a:buChar char="●"/>
              <a:defRPr sz="1985" b="0" i="0" u="none" strike="noStrike" cap="none">
                <a:solidFill>
                  <a:srgbClr val="595959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L="720090" marR="0" lvl="1" indent="-292100" algn="l" rtl="0">
              <a:lnSpc>
                <a:spcPct val="120000"/>
              </a:lnSpc>
              <a:spcBef>
                <a:spcPts val="785"/>
              </a:spcBef>
              <a:spcAft>
                <a:spcPts val="0"/>
              </a:spcAft>
              <a:buClr>
                <a:srgbClr val="595959"/>
              </a:buClr>
              <a:buSzPts val="2240"/>
              <a:buFont typeface="Arial" panose="020B0704020202090204"/>
              <a:buChar char="●"/>
              <a:defRPr sz="1765" b="0" i="0" u="none" strike="noStrike" cap="none">
                <a:solidFill>
                  <a:srgbClr val="595959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L="1080135" marR="0" lvl="2" indent="-292100" algn="l" rtl="0">
              <a:lnSpc>
                <a:spcPct val="120000"/>
              </a:lnSpc>
              <a:spcBef>
                <a:spcPct val="95000"/>
              </a:spcBef>
              <a:spcAft>
                <a:spcPts val="0"/>
              </a:spcAft>
              <a:buClr>
                <a:srgbClr val="595959"/>
              </a:buClr>
              <a:buSzPts val="2240"/>
              <a:buFont typeface="Arial" panose="020B0704020202090204"/>
              <a:buChar char="●"/>
              <a:defRPr sz="1765" b="0" i="0" u="none" strike="noStrike" cap="none">
                <a:solidFill>
                  <a:srgbClr val="595959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L="1440180" marR="0" lvl="3" indent="-278130" algn="l" rtl="0">
              <a:lnSpc>
                <a:spcPct val="120000"/>
              </a:lnSpc>
              <a:spcBef>
                <a:spcPct val="95000"/>
              </a:spcBef>
              <a:spcAft>
                <a:spcPts val="0"/>
              </a:spcAft>
              <a:buClr>
                <a:srgbClr val="595959"/>
              </a:buClr>
              <a:buSzPts val="1960"/>
              <a:buFont typeface="Noto Sans Symbols"/>
              <a:buChar char="•"/>
              <a:defRPr sz="1545" b="0" i="0" u="none" strike="noStrike" cap="none">
                <a:solidFill>
                  <a:srgbClr val="595959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L="1800225" marR="0" lvl="4" indent="-278130" algn="l" rtl="0">
              <a:lnSpc>
                <a:spcPct val="120000"/>
              </a:lnSpc>
              <a:spcBef>
                <a:spcPts val="235"/>
              </a:spcBef>
              <a:spcAft>
                <a:spcPts val="0"/>
              </a:spcAft>
              <a:buClr>
                <a:srgbClr val="595959"/>
              </a:buClr>
              <a:buSzPts val="1960"/>
              <a:buFont typeface="Arial" panose="020B0704020202090204"/>
              <a:buChar char="•"/>
              <a:defRPr sz="1545" b="0" i="0" u="none" strike="noStrike" cap="none">
                <a:solidFill>
                  <a:srgbClr val="595959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L="2160270" marR="0" lvl="5" indent="-30607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704020202090204"/>
              <a:buChar char="•"/>
              <a:defRPr sz="1985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L="2520315" marR="0" lvl="6" indent="-30607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704020202090204"/>
              <a:buChar char="•"/>
              <a:defRPr sz="1985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L="2879725" marR="0" lvl="7" indent="-30607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704020202090204"/>
              <a:buChar char="•"/>
              <a:defRPr sz="1985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L="3239770" marR="0" lvl="8" indent="-30607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 panose="020B0704020202090204"/>
              <a:buChar char="•"/>
              <a:defRPr sz="1985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97312" y="6315214"/>
            <a:ext cx="2194027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344673" y="6315214"/>
            <a:ext cx="3217906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1284" b="0" i="0" u="none" strike="noStrike" cap="none">
                <a:solidFill>
                  <a:schemeClr val="dk1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7213960" y="6315214"/>
            <a:ext cx="2194027" cy="31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90204"/>
              <a:buNone/>
              <a:defRPr sz="998" b="0" i="0" u="none" strike="noStrike" cap="none">
                <a:solidFill>
                  <a:srgbClr val="888888"/>
                </a:solidFill>
                <a:latin typeface="Arial" panose="020B0704020202090204"/>
                <a:ea typeface="Arial" panose="020B0704020202090204"/>
                <a:cs typeface="Arial" panose="020B0704020202090204"/>
                <a:sym typeface="Arial" panose="020B0704020202090204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817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1270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90204"/>
        <a:defRPr sz="998" b="0" i="0" u="none" strike="noStrike" cap="none">
          <a:solidFill>
            <a:srgbClr val="000000"/>
          </a:solidFill>
          <a:latin typeface="Arial" panose="020B0704020202090204"/>
          <a:ea typeface="Arial" panose="020B0704020202090204"/>
          <a:cs typeface="Arial" panose="020B0704020202090204"/>
          <a:sym typeface="Arial" panose="020B07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E62134-381E-2644-9976-AF0DB228697E}"/>
              </a:ext>
            </a:extLst>
          </p:cNvPr>
          <p:cNvSpPr/>
          <p:nvPr/>
        </p:nvSpPr>
        <p:spPr>
          <a:xfrm>
            <a:off x="1" y="1"/>
            <a:ext cx="9906000" cy="6858000"/>
          </a:xfrm>
          <a:prstGeom prst="rect">
            <a:avLst/>
          </a:prstGeom>
          <a:solidFill>
            <a:srgbClr val="5E9F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33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33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81022D5E-418F-7543-BF46-D81342C48A4A}"/>
              </a:ext>
            </a:extLst>
          </p:cNvPr>
          <p:cNvGrpSpPr/>
          <p:nvPr/>
        </p:nvGrpSpPr>
        <p:grpSpPr>
          <a:xfrm>
            <a:off x="7217706" y="472692"/>
            <a:ext cx="1844478" cy="901619"/>
            <a:chOff x="7842325" y="333487"/>
            <a:chExt cx="2033195" cy="993868"/>
          </a:xfrm>
        </p:grpSpPr>
        <p:sp>
          <p:nvSpPr>
            <p:cNvPr id="16" name="同侧圆角矩形 15">
              <a:extLst>
                <a:ext uri="{FF2B5EF4-FFF2-40B4-BE49-F238E27FC236}">
                  <a16:creationId xmlns:a16="http://schemas.microsoft.com/office/drawing/2014/main" id="{7792CEF3-494B-2549-8AC9-F4948073E248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77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33"/>
            </a:p>
          </p:txBody>
        </p:sp>
        <p:sp>
          <p:nvSpPr>
            <p:cNvPr id="17" name="五边形 16">
              <a:extLst>
                <a:ext uri="{FF2B5EF4-FFF2-40B4-BE49-F238E27FC236}">
                  <a16:creationId xmlns:a16="http://schemas.microsoft.com/office/drawing/2014/main" id="{B09F0A79-7545-5048-AB9F-ABFC79FF5819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rgbClr val="BAD4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33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804D175-A879-D94F-8565-769553C038FE}"/>
                </a:ext>
              </a:extLst>
            </p:cNvPr>
            <p:cNvSpPr txBox="1"/>
            <p:nvPr/>
          </p:nvSpPr>
          <p:spPr>
            <a:xfrm>
              <a:off x="8455607" y="399969"/>
              <a:ext cx="827316" cy="348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52" dirty="0">
                  <a:solidFill>
                    <a:schemeClr val="bg1"/>
                  </a:solidFill>
                  <a:latin typeface="Poppins" pitchFamily="2" charset="0"/>
                  <a:cs typeface="Poppins" pitchFamily="2" charset="0"/>
                </a:rPr>
                <a:t>Name</a:t>
              </a:r>
              <a:endParaRPr kumimoji="1" lang="zh-CN" altLang="en-US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824579" y="6545708"/>
            <a:ext cx="2691763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Smart - Counting Together</a:t>
            </a:r>
            <a:endParaRPr kumimoji="1" lang="zh-CN" altLang="en-US" sz="1452" dirty="0">
              <a:solidFill>
                <a:schemeClr val="bg1"/>
              </a:solidFill>
              <a:latin typeface="Poppins" pitchFamily="2" charset="0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55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E62134-381E-2644-9976-AF0DB228697E}"/>
              </a:ext>
            </a:extLst>
          </p:cNvPr>
          <p:cNvSpPr/>
          <p:nvPr/>
        </p:nvSpPr>
        <p:spPr>
          <a:xfrm>
            <a:off x="0" y="1"/>
            <a:ext cx="9905999" cy="6858000"/>
          </a:xfrm>
          <a:prstGeom prst="rect">
            <a:avLst/>
          </a:prstGeom>
          <a:solidFill>
            <a:srgbClr val="F182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22D5E-418F-7543-BF46-D81342C48A4A}"/>
              </a:ext>
            </a:extLst>
          </p:cNvPr>
          <p:cNvGrpSpPr/>
          <p:nvPr/>
        </p:nvGrpSpPr>
        <p:grpSpPr>
          <a:xfrm>
            <a:off x="7217706" y="480292"/>
            <a:ext cx="1844478" cy="901619"/>
            <a:chOff x="7842325" y="333487"/>
            <a:chExt cx="2033195" cy="993868"/>
          </a:xfrm>
        </p:grpSpPr>
        <p:sp>
          <p:nvSpPr>
            <p:cNvPr id="17" name="同侧圆角矩形 16">
              <a:extLst>
                <a:ext uri="{FF2B5EF4-FFF2-40B4-BE49-F238E27FC236}">
                  <a16:creationId xmlns:a16="http://schemas.microsoft.com/office/drawing/2014/main" id="{7792CEF3-494B-2549-8AC9-F4948073E248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9544">
                <a:buClr>
                  <a:srgbClr val="000000"/>
                </a:buClr>
              </a:pPr>
              <a:endParaRPr kumimoji="1" lang="zh-CN" altLang="en-US" sz="1270" kern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 panose="020B0704020202090204"/>
              </a:endParaRPr>
            </a:p>
          </p:txBody>
        </p:sp>
        <p:sp>
          <p:nvSpPr>
            <p:cNvPr id="18" name="五边形 17">
              <a:extLst>
                <a:ext uri="{FF2B5EF4-FFF2-40B4-BE49-F238E27FC236}">
                  <a16:creationId xmlns:a16="http://schemas.microsoft.com/office/drawing/2014/main" id="{B09F0A79-7545-5048-AB9F-ABFC79FF5819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9544">
                <a:buClr>
                  <a:srgbClr val="000000"/>
                </a:buClr>
              </a:pPr>
              <a:endParaRPr kumimoji="1" lang="zh-CN" altLang="en-US" sz="1270" kern="0">
                <a:solidFill>
                  <a:srgbClr val="F2BA02"/>
                </a:solidFill>
                <a:latin typeface="Arial"/>
                <a:ea typeface="宋体" panose="02010600030101010101" pitchFamily="2" charset="-122"/>
                <a:sym typeface="Arial" panose="020B0704020202090204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804D175-A879-D94F-8565-769553C038FE}"/>
                </a:ext>
              </a:extLst>
            </p:cNvPr>
            <p:cNvSpPr txBox="1"/>
            <p:nvPr/>
          </p:nvSpPr>
          <p:spPr>
            <a:xfrm>
              <a:off x="8455607" y="399969"/>
              <a:ext cx="827316" cy="348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29544">
                <a:buClr>
                  <a:srgbClr val="000000"/>
                </a:buClr>
              </a:pPr>
              <a:r>
                <a:rPr kumimoji="1" lang="en-US" altLang="zh-CN" sz="1452" kern="0" dirty="0">
                  <a:solidFill>
                    <a:srgbClr val="FFFFFF"/>
                  </a:solidFill>
                  <a:latin typeface="Poppins" pitchFamily="2" charset="0"/>
                  <a:cs typeface="Poppins" pitchFamily="2" charset="0"/>
                  <a:sym typeface="Arial" panose="020B0704020202090204"/>
                </a:rPr>
                <a:t>Name</a:t>
              </a:r>
              <a:endParaRPr kumimoji="1" lang="zh-CN" altLang="en-US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821374" y="6545708"/>
            <a:ext cx="2698175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altLang="zh-CN" sz="1452" dirty="0" smtClean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L</a:t>
            </a:r>
            <a:r>
              <a:rPr lang="en-US" altLang="zh-CN" sz="1452" dirty="0" err="1" smtClean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evel</a:t>
            </a:r>
            <a:r>
              <a:rPr lang="en-US" altLang="zh-CN" sz="1452" dirty="0" smtClean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 1</a:t>
            </a:r>
            <a:r>
              <a:rPr lang="en" altLang="zh-CN" sz="1452" dirty="0" smtClean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 </a:t>
            </a:r>
            <a:r>
              <a:rPr lang="en" altLang="zh-CN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- Counting Together</a:t>
            </a:r>
            <a:endParaRPr kumimoji="1" lang="zh-CN" altLang="en-US" sz="1452" dirty="0">
              <a:solidFill>
                <a:schemeClr val="bg1"/>
              </a:solidFill>
              <a:latin typeface="Poppins" pitchFamily="2" charset="0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31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E62134-381E-2644-9976-AF0DB228697E}"/>
              </a:ext>
            </a:extLst>
          </p:cNvPr>
          <p:cNvSpPr/>
          <p:nvPr/>
        </p:nvSpPr>
        <p:spPr>
          <a:xfrm>
            <a:off x="0" y="1"/>
            <a:ext cx="9906000" cy="6858000"/>
          </a:xfrm>
          <a:prstGeom prst="rect">
            <a:avLst/>
          </a:prstGeom>
          <a:solidFill>
            <a:srgbClr val="54C2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763237" y="6545708"/>
            <a:ext cx="2746265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9544">
              <a:buClr>
                <a:srgbClr val="000000"/>
              </a:buClr>
            </a:pP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Level 2 - Counting Together</a:t>
            </a:r>
            <a:endParaRPr kumimoji="1" lang="zh-CN" altLang="en-US" sz="1452" kern="0" dirty="0">
              <a:solidFill>
                <a:srgbClr val="FFFFFF"/>
              </a:solidFill>
              <a:latin typeface="Poppins" pitchFamily="2" charset="0"/>
              <a:cs typeface="Poppins" pitchFamily="2" charset="0"/>
              <a:sym typeface="Arial" panose="020B0704020202090204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1022D5E-418F-7543-BF46-D81342C48A4A}"/>
              </a:ext>
            </a:extLst>
          </p:cNvPr>
          <p:cNvGrpSpPr/>
          <p:nvPr/>
        </p:nvGrpSpPr>
        <p:grpSpPr>
          <a:xfrm>
            <a:off x="7217706" y="480292"/>
            <a:ext cx="1844478" cy="901619"/>
            <a:chOff x="7842325" y="333487"/>
            <a:chExt cx="2033195" cy="993868"/>
          </a:xfrm>
        </p:grpSpPr>
        <p:sp>
          <p:nvSpPr>
            <p:cNvPr id="9" name="同侧圆角矩形 8">
              <a:extLst>
                <a:ext uri="{FF2B5EF4-FFF2-40B4-BE49-F238E27FC236}">
                  <a16:creationId xmlns:a16="http://schemas.microsoft.com/office/drawing/2014/main" id="{7792CEF3-494B-2549-8AC9-F4948073E248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4D90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9544">
                <a:buClr>
                  <a:srgbClr val="000000"/>
                </a:buClr>
              </a:pPr>
              <a:endParaRPr kumimoji="1" lang="zh-CN" altLang="en-US" sz="1270" kern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 panose="020B0704020202090204"/>
              </a:endParaRPr>
            </a:p>
          </p:txBody>
        </p:sp>
        <p:sp>
          <p:nvSpPr>
            <p:cNvPr id="13" name="五边形 12">
              <a:extLst>
                <a:ext uri="{FF2B5EF4-FFF2-40B4-BE49-F238E27FC236}">
                  <a16:creationId xmlns:a16="http://schemas.microsoft.com/office/drawing/2014/main" id="{B09F0A79-7545-5048-AB9F-ABFC79FF5819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rgbClr val="ADD6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9544">
                <a:buClr>
                  <a:srgbClr val="000000"/>
                </a:buClr>
              </a:pPr>
              <a:endParaRPr kumimoji="1" lang="zh-CN" altLang="en-US" sz="1270" kern="0">
                <a:solidFill>
                  <a:srgbClr val="FFFFFF"/>
                </a:solidFill>
                <a:latin typeface="Arial"/>
                <a:ea typeface="宋体" panose="02010600030101010101" pitchFamily="2" charset="-122"/>
                <a:sym typeface="Arial" panose="020B0704020202090204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804D175-A879-D94F-8565-769553C038FE}"/>
                </a:ext>
              </a:extLst>
            </p:cNvPr>
            <p:cNvSpPr txBox="1"/>
            <p:nvPr/>
          </p:nvSpPr>
          <p:spPr>
            <a:xfrm>
              <a:off x="8455607" y="399969"/>
              <a:ext cx="827316" cy="348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29544">
                <a:buClr>
                  <a:srgbClr val="000000"/>
                </a:buClr>
              </a:pPr>
              <a:r>
                <a:rPr kumimoji="1" lang="en-US" altLang="zh-CN" sz="1452" kern="0" dirty="0">
                  <a:solidFill>
                    <a:srgbClr val="FFFFFF"/>
                  </a:solidFill>
                  <a:latin typeface="Poppins" pitchFamily="2" charset="0"/>
                  <a:cs typeface="Poppins" pitchFamily="2" charset="0"/>
                  <a:sym typeface="Arial" panose="020B0704020202090204"/>
                </a:rPr>
                <a:t>Name</a:t>
              </a:r>
              <a:endParaRPr kumimoji="1" lang="zh-CN" altLang="en-US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3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E331A09-6068-F148-A9A1-FE2CC97A7677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E946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33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C8004F1E-09D4-7143-A963-07BB6EC1F714}"/>
              </a:ext>
            </a:extLst>
          </p:cNvPr>
          <p:cNvGrpSpPr/>
          <p:nvPr/>
        </p:nvGrpSpPr>
        <p:grpSpPr>
          <a:xfrm>
            <a:off x="7238230" y="482643"/>
            <a:ext cx="1823954" cy="901619"/>
            <a:chOff x="7842325" y="333487"/>
            <a:chExt cx="2033195" cy="993868"/>
          </a:xfrm>
        </p:grpSpPr>
        <p:sp>
          <p:nvSpPr>
            <p:cNvPr id="14" name="同侧圆角矩形 13">
              <a:extLst>
                <a:ext uri="{FF2B5EF4-FFF2-40B4-BE49-F238E27FC236}">
                  <a16:creationId xmlns:a16="http://schemas.microsoft.com/office/drawing/2014/main" id="{C205F5FA-BE33-D84A-8DA0-0C3531AB736A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7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33"/>
            </a:p>
          </p:txBody>
        </p:sp>
        <p:sp>
          <p:nvSpPr>
            <p:cNvPr id="15" name="五边形 14">
              <a:extLst>
                <a:ext uri="{FF2B5EF4-FFF2-40B4-BE49-F238E27FC236}">
                  <a16:creationId xmlns:a16="http://schemas.microsoft.com/office/drawing/2014/main" id="{B977C350-11A9-404C-BD94-F73F2AA50011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rgbClr val="F69F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33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5ACB2B0-9919-5843-8938-81E9B8944FEB}"/>
                </a:ext>
              </a:extLst>
            </p:cNvPr>
            <p:cNvSpPr txBox="1"/>
            <p:nvPr/>
          </p:nvSpPr>
          <p:spPr>
            <a:xfrm>
              <a:off x="8455607" y="399969"/>
              <a:ext cx="810063" cy="348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52" dirty="0">
                  <a:solidFill>
                    <a:schemeClr val="bg1"/>
                  </a:solidFill>
                  <a:latin typeface="Poppins" pitchFamily="2" charset="0"/>
                  <a:cs typeface="Poppins" pitchFamily="2" charset="0"/>
                </a:rPr>
                <a:t>Name</a:t>
              </a:r>
              <a:endParaRPr kumimoji="1" lang="zh-CN" altLang="en-US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762436" y="6545708"/>
            <a:ext cx="2747868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9544">
              <a:buClr>
                <a:srgbClr val="000000"/>
              </a:buClr>
            </a:pP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Level </a:t>
            </a:r>
            <a:r>
              <a:rPr lang="en" altLang="zh-CN" sz="1452" kern="0" dirty="0" smtClean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3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- Counting Together</a:t>
            </a:r>
            <a:endParaRPr kumimoji="1" lang="zh-CN" altLang="en-US" sz="1452" kern="0" dirty="0">
              <a:solidFill>
                <a:srgbClr val="FFFFFF"/>
              </a:solidFill>
              <a:latin typeface="Poppins" pitchFamily="2" charset="0"/>
              <a:cs typeface="Poppins" pitchFamily="2" charset="0"/>
              <a:sym typeface="Arial" panose="020B07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80507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3E1CD5-2BCA-DA46-806A-93CAAEDCEE32}"/>
              </a:ext>
            </a:extLst>
          </p:cNvPr>
          <p:cNvSpPr/>
          <p:nvPr/>
        </p:nvSpPr>
        <p:spPr>
          <a:xfrm>
            <a:off x="1" y="1"/>
            <a:ext cx="9906000" cy="6858000"/>
          </a:xfrm>
          <a:prstGeom prst="rect">
            <a:avLst/>
          </a:prstGeom>
          <a:solidFill>
            <a:srgbClr val="00B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  <p:sp>
        <p:nvSpPr>
          <p:cNvPr id="19" name="圆角矩形 18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84738D0-9883-C447-854C-0F022B7C3CF6}"/>
              </a:ext>
            </a:extLst>
          </p:cNvPr>
          <p:cNvGrpSpPr/>
          <p:nvPr/>
        </p:nvGrpSpPr>
        <p:grpSpPr>
          <a:xfrm>
            <a:off x="7232717" y="472038"/>
            <a:ext cx="1829467" cy="913418"/>
            <a:chOff x="7842325" y="333487"/>
            <a:chExt cx="2033195" cy="993868"/>
          </a:xfrm>
        </p:grpSpPr>
        <p:sp>
          <p:nvSpPr>
            <p:cNvPr id="21" name="同侧圆角矩形 20">
              <a:extLst>
                <a:ext uri="{FF2B5EF4-FFF2-40B4-BE49-F238E27FC236}">
                  <a16:creationId xmlns:a16="http://schemas.microsoft.com/office/drawing/2014/main" id="{4C6B60BF-47B1-C64C-8801-C0CFE8B35CE7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F6F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五边形 21">
              <a:extLst>
                <a:ext uri="{FF2B5EF4-FFF2-40B4-BE49-F238E27FC236}">
                  <a16:creationId xmlns:a16="http://schemas.microsoft.com/office/drawing/2014/main" id="{A6EABBCA-9358-1343-A504-8FB828D3DFC6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rgbClr val="83CD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A5ACB2B0-9919-5843-8938-81E9B8944FEB}"/>
              </a:ext>
            </a:extLst>
          </p:cNvPr>
          <p:cNvSpPr txBox="1"/>
          <p:nvPr/>
        </p:nvSpPr>
        <p:spPr>
          <a:xfrm>
            <a:off x="7788398" y="542954"/>
            <a:ext cx="726697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Name</a:t>
            </a:r>
            <a:endParaRPr kumimoji="1" lang="zh-CN" altLang="en-US" sz="1452" dirty="0">
              <a:solidFill>
                <a:schemeClr val="bg1"/>
              </a:solidFill>
              <a:latin typeface="Poppins" pitchFamily="2" charset="0"/>
              <a:cs typeface="Poppins" pitchFamily="2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758429" y="6545708"/>
            <a:ext cx="2755883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9544">
              <a:buClr>
                <a:srgbClr val="000000"/>
              </a:buClr>
            </a:pP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Level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4</a:t>
            </a:r>
            <a:r>
              <a:rPr lang="en" altLang="zh-CN" sz="1452" kern="0" dirty="0" smtClean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- Counting Together</a:t>
            </a:r>
            <a:endParaRPr kumimoji="1" lang="zh-CN" altLang="en-US" sz="1452" kern="0" dirty="0">
              <a:solidFill>
                <a:srgbClr val="FFFFFF"/>
              </a:solidFill>
              <a:latin typeface="Poppins" pitchFamily="2" charset="0"/>
              <a:cs typeface="Poppins" pitchFamily="2" charset="0"/>
              <a:sym typeface="Arial" panose="020B07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249458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F2AE46-F3C0-834F-8093-2531E97F3E17}"/>
              </a:ext>
            </a:extLst>
          </p:cNvPr>
          <p:cNvSpPr/>
          <p:nvPr/>
        </p:nvSpPr>
        <p:spPr>
          <a:xfrm>
            <a:off x="1" y="1"/>
            <a:ext cx="9906000" cy="6858000"/>
          </a:xfrm>
          <a:prstGeom prst="rect">
            <a:avLst/>
          </a:prstGeom>
          <a:solidFill>
            <a:srgbClr val="E952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758429" y="6545708"/>
            <a:ext cx="2755883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9544">
              <a:buClr>
                <a:srgbClr val="000000"/>
              </a:buClr>
            </a:pP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Level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5</a:t>
            </a:r>
            <a:r>
              <a:rPr lang="en" altLang="zh-CN" sz="1452" kern="0" dirty="0" smtClean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- Counting Together</a:t>
            </a:r>
            <a:endParaRPr kumimoji="1" lang="zh-CN" altLang="en-US" sz="1452" kern="0" dirty="0">
              <a:solidFill>
                <a:srgbClr val="FFFFFF"/>
              </a:solidFill>
              <a:latin typeface="Poppins" pitchFamily="2" charset="0"/>
              <a:cs typeface="Poppins" pitchFamily="2" charset="0"/>
              <a:sym typeface="Arial" panose="020B0704020202090204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26CB008-552A-034B-A4B6-6054BBF95739}"/>
              </a:ext>
            </a:extLst>
          </p:cNvPr>
          <p:cNvGrpSpPr/>
          <p:nvPr/>
        </p:nvGrpSpPr>
        <p:grpSpPr>
          <a:xfrm>
            <a:off x="7216758" y="453736"/>
            <a:ext cx="1857970" cy="993868"/>
            <a:chOff x="7842325" y="333487"/>
            <a:chExt cx="2033195" cy="993868"/>
          </a:xfrm>
        </p:grpSpPr>
        <p:sp>
          <p:nvSpPr>
            <p:cNvPr id="7" name="同侧圆角矩形 6">
              <a:extLst>
                <a:ext uri="{FF2B5EF4-FFF2-40B4-BE49-F238E27FC236}">
                  <a16:creationId xmlns:a16="http://schemas.microsoft.com/office/drawing/2014/main" id="{335CB14D-1E76-6A4F-9AE7-4472238BEF05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AD1E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1F90B9F8-9B82-CD43-8776-3126BAE4EDAD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rgbClr val="F28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A5ACB2B0-9919-5843-8938-81E9B8944FEB}"/>
              </a:ext>
            </a:extLst>
          </p:cNvPr>
          <p:cNvSpPr txBox="1"/>
          <p:nvPr/>
        </p:nvSpPr>
        <p:spPr>
          <a:xfrm>
            <a:off x="7788398" y="542954"/>
            <a:ext cx="726697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Name</a:t>
            </a:r>
            <a:endParaRPr kumimoji="1" lang="zh-CN" altLang="en-US" sz="1452" dirty="0">
              <a:solidFill>
                <a:schemeClr val="bg1"/>
              </a:solidFill>
              <a:latin typeface="Poppins" pitchFamily="2" charset="0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69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890649-C7DE-E34A-8258-B6F5BC5A861D}"/>
              </a:ext>
            </a:extLst>
          </p:cNvPr>
          <p:cNvSpPr/>
          <p:nvPr/>
        </p:nvSpPr>
        <p:spPr>
          <a:xfrm>
            <a:off x="1" y="1"/>
            <a:ext cx="9906000" cy="6858000"/>
          </a:xfrm>
          <a:prstGeom prst="rect">
            <a:avLst/>
          </a:prstGeom>
          <a:solidFill>
            <a:srgbClr val="067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8CD66B0-4C24-FA42-B8E4-CAAB8B839AAE}"/>
              </a:ext>
            </a:extLst>
          </p:cNvPr>
          <p:cNvSpPr/>
          <p:nvPr/>
        </p:nvSpPr>
        <p:spPr>
          <a:xfrm>
            <a:off x="423005" y="667413"/>
            <a:ext cx="9049910" cy="5878697"/>
          </a:xfrm>
          <a:prstGeom prst="roundRect">
            <a:avLst>
              <a:gd name="adj" fmla="val 33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29544">
              <a:buClr>
                <a:srgbClr val="000000"/>
              </a:buClr>
            </a:pPr>
            <a:endParaRPr kumimoji="1" lang="zh-CN" altLang="en-US" sz="1270" kern="0">
              <a:solidFill>
                <a:srgbClr val="FFFFFF"/>
              </a:solidFill>
              <a:latin typeface="Arial"/>
              <a:ea typeface="宋体" panose="02010600030101010101" pitchFamily="2" charset="-122"/>
              <a:sym typeface="Arial" panose="020B0704020202090204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DC7079A-6B48-FA48-9948-F73A0D16C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4" y="91319"/>
            <a:ext cx="3626032" cy="54564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4692293-DCA5-1647-BF09-26E1A3331029}"/>
              </a:ext>
            </a:extLst>
          </p:cNvPr>
          <p:cNvSpPr txBox="1"/>
          <p:nvPr/>
        </p:nvSpPr>
        <p:spPr>
          <a:xfrm>
            <a:off x="6757627" y="6545708"/>
            <a:ext cx="2757486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9544">
              <a:buClr>
                <a:srgbClr val="000000"/>
              </a:buClr>
            </a:pP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Level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6</a:t>
            </a:r>
            <a:r>
              <a:rPr lang="en" altLang="zh-CN" sz="1452" kern="0" dirty="0" smtClean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 </a:t>
            </a:r>
            <a:r>
              <a:rPr lang="en" altLang="zh-CN" sz="1452" kern="0" dirty="0">
                <a:solidFill>
                  <a:srgbClr val="FFFFFF"/>
                </a:solidFill>
                <a:latin typeface="Poppins" pitchFamily="2" charset="0"/>
                <a:cs typeface="Poppins" pitchFamily="2" charset="0"/>
                <a:sym typeface="Arial" panose="020B0704020202090204"/>
              </a:rPr>
              <a:t>- Counting Together</a:t>
            </a:r>
            <a:endParaRPr kumimoji="1" lang="zh-CN" altLang="en-US" sz="1452" kern="0" dirty="0">
              <a:solidFill>
                <a:srgbClr val="FFFFFF"/>
              </a:solidFill>
              <a:latin typeface="Poppins" pitchFamily="2" charset="0"/>
              <a:cs typeface="Poppins" pitchFamily="2" charset="0"/>
              <a:sym typeface="Arial" panose="020B0704020202090204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BACF8A-51E3-7446-8689-2AD088FB0323}"/>
              </a:ext>
            </a:extLst>
          </p:cNvPr>
          <p:cNvGrpSpPr/>
          <p:nvPr/>
        </p:nvGrpSpPr>
        <p:grpSpPr>
          <a:xfrm>
            <a:off x="7216758" y="471055"/>
            <a:ext cx="1844116" cy="942108"/>
            <a:chOff x="7842325" y="333487"/>
            <a:chExt cx="2033195" cy="993868"/>
          </a:xfrm>
        </p:grpSpPr>
        <p:sp>
          <p:nvSpPr>
            <p:cNvPr id="5" name="同侧圆角矩形 4">
              <a:extLst>
                <a:ext uri="{FF2B5EF4-FFF2-40B4-BE49-F238E27FC236}">
                  <a16:creationId xmlns:a16="http://schemas.microsoft.com/office/drawing/2014/main" id="{104CB009-D6CE-2B4A-AD02-9D46F0EB8DBF}"/>
                </a:ext>
              </a:extLst>
            </p:cNvPr>
            <p:cNvSpPr/>
            <p:nvPr/>
          </p:nvSpPr>
          <p:spPr>
            <a:xfrm>
              <a:off x="7842325" y="333487"/>
              <a:ext cx="2033195" cy="20626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E38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5C9FB9B1-86B9-D040-ACA5-EB4477DC4B99}"/>
                </a:ext>
              </a:extLst>
            </p:cNvPr>
            <p:cNvSpPr/>
            <p:nvPr/>
          </p:nvSpPr>
          <p:spPr>
            <a:xfrm rot="5400000">
              <a:off x="8361988" y="-69579"/>
              <a:ext cx="993868" cy="1800000"/>
            </a:xfrm>
            <a:prstGeom prst="homePlate">
              <a:avLst>
                <a:gd name="adj" fmla="val 22228"/>
              </a:avLst>
            </a:prstGeom>
            <a:solidFill>
              <a:srgbClr val="90CD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5ACB2B0-9919-5843-8938-81E9B8944FEB}"/>
              </a:ext>
            </a:extLst>
          </p:cNvPr>
          <p:cNvSpPr txBox="1"/>
          <p:nvPr/>
        </p:nvSpPr>
        <p:spPr>
          <a:xfrm>
            <a:off x="7788398" y="529099"/>
            <a:ext cx="726697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52" dirty="0">
                <a:solidFill>
                  <a:schemeClr val="bg1"/>
                </a:solidFill>
                <a:latin typeface="Poppins" pitchFamily="2" charset="0"/>
                <a:cs typeface="Poppins" pitchFamily="2" charset="0"/>
              </a:rPr>
              <a:t>Name</a:t>
            </a:r>
            <a:endParaRPr kumimoji="1" lang="zh-CN" altLang="en-US" sz="1452" dirty="0">
              <a:solidFill>
                <a:schemeClr val="bg1"/>
              </a:solidFill>
              <a:latin typeface="Poppins" pitchFamily="2" charset="0"/>
              <a:cs typeface="Poppi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712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42</Words>
  <Application>Microsoft Office PowerPoint</Application>
  <PresentationFormat>A4 纸张(210x297 毫米)</PresentationFormat>
  <Paragraphs>14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Noto Sans Symbols</vt:lpstr>
      <vt:lpstr>等线</vt:lpstr>
      <vt:lpstr>等线 Light</vt:lpstr>
      <vt:lpstr>宋体</vt:lpstr>
      <vt:lpstr>Arial</vt:lpstr>
      <vt:lpstr>Calibri</vt:lpstr>
      <vt:lpstr>Calibri Light</vt:lpstr>
      <vt:lpstr>Poppins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VIPKID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李伶(课程中心)</dc:creator>
  <cp:lastModifiedBy>李伶(课程中心)</cp:lastModifiedBy>
  <cp:revision>12</cp:revision>
  <dcterms:created xsi:type="dcterms:W3CDTF">2026-04-03T03:02:28Z</dcterms:created>
  <dcterms:modified xsi:type="dcterms:W3CDTF">2026-04-30T04:27:58Z</dcterms:modified>
</cp:coreProperties>
</file>